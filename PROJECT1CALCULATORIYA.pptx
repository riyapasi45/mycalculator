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706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02-May-25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02-May-25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02-May-25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02-May-25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02-May-25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02-May-25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6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02-May-25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7784" y="923417"/>
            <a:ext cx="7772400" cy="1470025"/>
          </a:xfrm>
        </p:spPr>
        <p:txBody>
          <a:bodyPr>
            <a:normAutofit/>
          </a:bodyPr>
          <a:lstStyle/>
          <a:p>
            <a:r>
              <a:rPr sz="5400" b="1" i="1" u="sng" dirty="0" smtClean="0"/>
              <a:t>GUI </a:t>
            </a:r>
            <a:r>
              <a:rPr sz="5400" b="1" i="1" u="sng" dirty="0"/>
              <a:t>Calculator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3544" y="2066544"/>
            <a:ext cx="8220456" cy="175260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sz="2800" dirty="0">
                <a:solidFill>
                  <a:schemeClr val="tx1"/>
                </a:solidFill>
              </a:rPr>
              <a:t>A Simple Python GUI Calculator </a:t>
            </a:r>
            <a:r>
              <a:rPr sz="2800" dirty="0" smtClean="0">
                <a:solidFill>
                  <a:schemeClr val="tx1"/>
                </a:solidFill>
              </a:rPr>
              <a:t>using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sz="2800" dirty="0" err="1" smtClean="0">
                <a:solidFill>
                  <a:schemeClr val="tx1"/>
                </a:solidFill>
              </a:rPr>
              <a:t>Tkinter</a:t>
            </a:r>
            <a:r>
              <a:rPr lang="en-US" sz="2800" dirty="0" smtClean="0">
                <a:solidFill>
                  <a:schemeClr val="tx1"/>
                </a:solidFill>
              </a:rPr>
              <a:t>.</a:t>
            </a:r>
          </a:p>
          <a:p>
            <a:pPr algn="l"/>
            <a:endParaRPr lang="en-US" sz="2800" dirty="0">
              <a:solidFill>
                <a:schemeClr val="tx1"/>
              </a:solidFill>
            </a:endParaRPr>
          </a:p>
          <a:p>
            <a:pPr algn="l"/>
            <a:endParaRPr lang="en-US" sz="2800" dirty="0" smtClean="0">
              <a:solidFill>
                <a:schemeClr val="tx1"/>
              </a:solidFill>
            </a:endParaRPr>
          </a:p>
          <a:p>
            <a:pPr algn="l"/>
            <a:r>
              <a:rPr sz="2800" dirty="0" smtClean="0">
                <a:solidFill>
                  <a:schemeClr val="tx1"/>
                </a:solidFill>
              </a:rPr>
              <a:t>Presented </a:t>
            </a:r>
            <a:r>
              <a:rPr sz="2800" dirty="0">
                <a:solidFill>
                  <a:schemeClr val="tx1"/>
                </a:solidFill>
              </a:rPr>
              <a:t>by: </a:t>
            </a:r>
            <a:r>
              <a:rPr lang="en-US" sz="2800" dirty="0" smtClean="0">
                <a:solidFill>
                  <a:schemeClr val="tx1"/>
                </a:solidFill>
              </a:rPr>
              <a:t>Riya</a:t>
            </a:r>
            <a:endParaRPr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u="sng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Tkinter?</a:t>
            </a:r>
          </a:p>
          <a:p>
            <a:r>
              <a:t>- Tkinter is Python’s standard GUI library.</a:t>
            </a:r>
          </a:p>
          <a:p>
            <a:endParaRPr/>
          </a:p>
          <a:p>
            <a:r>
              <a:t>Purpose of the Project:</a:t>
            </a:r>
          </a:p>
          <a:p>
            <a:r>
              <a:t>- Create a functional calculator using Tkinter with a clean layout and basic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u="sng" dirty="0"/>
              <a:t>Features of the Calculator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GUI-based interface using Tkinter</a:t>
            </a:r>
          </a:p>
          <a:p>
            <a:r>
              <a:t>- Basic arithmetic operations: +, -, *, /</a:t>
            </a:r>
          </a:p>
          <a:p>
            <a:r>
              <a:t>- 'C' for clearing input</a:t>
            </a:r>
          </a:p>
          <a:p>
            <a:r>
              <a:t>- '=' for evaluating the expression</a:t>
            </a:r>
          </a:p>
          <a:p>
            <a:r>
              <a:t>- Simple error handling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/>
              <a:t>Code Overview –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b="1" dirty="0" smtClean="0"/>
              <a:t>Part </a:t>
            </a:r>
            <a:r>
              <a:rPr b="1" dirty="0"/>
              <a:t>1 (Imports and Setup)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import tkinter as tk</a:t>
            </a:r>
          </a:p>
          <a:p>
            <a:endParaRPr/>
          </a:p>
          <a:p>
            <a:r>
              <a:t>root = tk.Tk()</a:t>
            </a:r>
          </a:p>
          <a:p>
            <a:r>
              <a:t>root.title("My Calculator")</a:t>
            </a:r>
          </a:p>
          <a:p>
            <a:r>
              <a:t>root.geometry("400x430")</a:t>
            </a:r>
          </a:p>
          <a:p>
            <a:endParaRPr/>
          </a:p>
          <a:p>
            <a:r>
              <a:t>- Importing Tkinter</a:t>
            </a:r>
          </a:p>
          <a:p>
            <a:r>
              <a:t>- Setting up the main application window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/>
              <a:t>Code Overview –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b="1" dirty="0" smtClean="0"/>
              <a:t>Part </a:t>
            </a:r>
            <a:r>
              <a:rPr b="1" dirty="0"/>
              <a:t>2 (Display &amp; Event Handler)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screen = tk.StringVar()</a:t>
            </a:r>
          </a:p>
          <a:p>
            <a:r>
              <a:t>entry = tk.Entry(root, textvar=screen, font="Arial 20", bd=10, relief=tk.SUNKEN, justify="right")</a:t>
            </a:r>
          </a:p>
          <a:p>
            <a:r>
              <a:t>entry.pack(...)</a:t>
            </a:r>
          </a:p>
          <a:p>
            <a:endParaRPr/>
          </a:p>
          <a:p>
            <a:r>
              <a:t>- Creating the display field</a:t>
            </a:r>
          </a:p>
          <a:p>
            <a:r>
              <a:t>- Using StringVar to link the 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/>
              <a:t>Code Overview –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b="1" dirty="0" smtClean="0"/>
              <a:t>Part </a:t>
            </a:r>
            <a:r>
              <a:rPr b="1" dirty="0"/>
              <a:t>3 (Event Handling Function)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 click(event):</a:t>
            </a:r>
          </a:p>
          <a:p>
            <a:r>
              <a:t>    text = event.widget.cget("text")</a:t>
            </a:r>
          </a:p>
          <a:p>
            <a:r>
              <a:t>    ...</a:t>
            </a:r>
          </a:p>
          <a:p>
            <a:endParaRPr/>
          </a:p>
          <a:p>
            <a:r>
              <a:t>- Detects button clicks</a:t>
            </a:r>
          </a:p>
          <a:p>
            <a:r>
              <a:t>- Handles logic for evaluation, clearing, or appending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/>
              <a:t>Code Overview –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b="1" dirty="0" smtClean="0"/>
              <a:t>Part </a:t>
            </a:r>
            <a:r>
              <a:rPr b="1" dirty="0"/>
              <a:t>4 (Creating Buttons)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buttons = [</a:t>
            </a:r>
          </a:p>
          <a:p>
            <a:r>
              <a:t>    ["7", "8", "9", "/"],</a:t>
            </a:r>
          </a:p>
          <a:p>
            <a:r>
              <a:t>    ...</a:t>
            </a:r>
          </a:p>
          <a:p>
            <a:r>
              <a:t>]</a:t>
            </a:r>
          </a:p>
          <a:p>
            <a:endParaRPr/>
          </a:p>
          <a:p>
            <a:r>
              <a:t>- Defining button layout</a:t>
            </a:r>
          </a:p>
          <a:p>
            <a:r>
              <a:t>- Looping through layout to create buttons dynamically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6795" y="301752"/>
            <a:ext cx="79871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u="sng" dirty="0"/>
              <a:t>Output – Calculator GUI Screenshot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380" t="10750" r="10424" b="6901"/>
          <a:stretch/>
        </p:blipFill>
        <p:spPr>
          <a:xfrm>
            <a:off x="366795" y="1490472"/>
            <a:ext cx="7688355" cy="50017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/>
              <a:t>Potential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</a:t>
            </a:r>
            <a:r>
              <a:rPr dirty="0" smtClean="0"/>
              <a:t>Us</a:t>
            </a:r>
            <a:r>
              <a:rPr lang="en-US" dirty="0" smtClean="0"/>
              <a:t>ing</a:t>
            </a:r>
            <a:r>
              <a:rPr dirty="0" smtClean="0"/>
              <a:t> </a:t>
            </a:r>
            <a:r>
              <a:rPr dirty="0"/>
              <a:t>grid() for better layout control</a:t>
            </a:r>
          </a:p>
          <a:p>
            <a:r>
              <a:rPr dirty="0"/>
              <a:t>- </a:t>
            </a:r>
            <a:r>
              <a:rPr dirty="0" smtClean="0"/>
              <a:t>Add</a:t>
            </a:r>
            <a:r>
              <a:rPr lang="en-US" dirty="0" smtClean="0"/>
              <a:t>ing</a:t>
            </a:r>
            <a:r>
              <a:rPr dirty="0" smtClean="0"/>
              <a:t> </a:t>
            </a:r>
            <a:r>
              <a:rPr dirty="0"/>
              <a:t>decimal support</a:t>
            </a:r>
          </a:p>
          <a:p>
            <a:r>
              <a:rPr dirty="0"/>
              <a:t>- </a:t>
            </a:r>
            <a:r>
              <a:rPr dirty="0" smtClean="0"/>
              <a:t>Support</a:t>
            </a:r>
            <a:r>
              <a:rPr lang="en-US" dirty="0" smtClean="0"/>
              <a:t>ing</a:t>
            </a:r>
            <a:r>
              <a:rPr dirty="0" smtClean="0"/>
              <a:t> </a:t>
            </a:r>
            <a:r>
              <a:rPr dirty="0"/>
              <a:t>keyboard input</a:t>
            </a:r>
          </a:p>
          <a:p>
            <a:r>
              <a:rPr dirty="0"/>
              <a:t>- </a:t>
            </a:r>
            <a:r>
              <a:rPr dirty="0" smtClean="0"/>
              <a:t>Replac</a:t>
            </a:r>
            <a:r>
              <a:rPr lang="en-US" dirty="0" smtClean="0"/>
              <a:t>ing</a:t>
            </a:r>
            <a:r>
              <a:rPr dirty="0" smtClean="0"/>
              <a:t> </a:t>
            </a:r>
            <a:r>
              <a:rPr dirty="0" err="1"/>
              <a:t>eval</a:t>
            </a:r>
            <a:r>
              <a:rPr dirty="0"/>
              <a:t>() for better security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References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950976"/>
          </a:xfrm>
        </p:spPr>
        <p:txBody>
          <a:bodyPr/>
          <a:lstStyle/>
          <a:p>
            <a:r>
              <a:rPr dirty="0"/>
              <a:t>- </a:t>
            </a:r>
            <a:r>
              <a:rPr lang="en-US" dirty="0" err="1" smtClean="0"/>
              <a:t>Youtube</a:t>
            </a:r>
            <a:r>
              <a:rPr lang="en-US" dirty="0" smtClean="0"/>
              <a:t>, </a:t>
            </a:r>
            <a:r>
              <a:rPr lang="en-US" dirty="0" err="1" smtClean="0"/>
              <a:t>Chatgpt</a:t>
            </a:r>
            <a:r>
              <a:rPr lang="en-US" dirty="0" smtClean="0"/>
              <a:t>, Tutor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77440"/>
            <a:ext cx="8229600" cy="197510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9600" b="1" i="1" dirty="0" smtClean="0"/>
              <a:t>THANK YOU</a:t>
            </a:r>
            <a:endParaRPr lang="en-US" sz="9600" b="1" i="1" dirty="0"/>
          </a:p>
        </p:txBody>
      </p:sp>
    </p:spTree>
    <p:extLst>
      <p:ext uri="{BB962C8B-B14F-4D97-AF65-F5344CB8AC3E}">
        <p14:creationId xmlns:p14="http://schemas.microsoft.com/office/powerpoint/2010/main" val="3558498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255</Words>
  <Application>Microsoft Office PowerPoint</Application>
  <PresentationFormat>On-screen Show (4:3)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GUI Calculator</vt:lpstr>
      <vt:lpstr>Introduction</vt:lpstr>
      <vt:lpstr>Features of the Calculator</vt:lpstr>
      <vt:lpstr>Code Overview –  Part 1 (Imports and Setup)</vt:lpstr>
      <vt:lpstr>Code Overview –  Part 2 (Display &amp; Event Handler)</vt:lpstr>
      <vt:lpstr>Code Overview –  Part 3 (Event Handling Function)</vt:lpstr>
      <vt:lpstr>Code Overview –  Part 4 (Creating Buttons)</vt:lpstr>
      <vt:lpstr>PowerPoint Presentation</vt:lpstr>
      <vt:lpstr>Potential Improvements</vt:lpstr>
      <vt:lpstr>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 Calculator</dc:title>
  <dc:subject/>
  <dc:creator/>
  <cp:keywords/>
  <dc:description>generated using python-pptx</dc:description>
  <cp:lastModifiedBy>Microsoft account</cp:lastModifiedBy>
  <cp:revision>8</cp:revision>
  <dcterms:created xsi:type="dcterms:W3CDTF">2013-01-27T09:14:16Z</dcterms:created>
  <dcterms:modified xsi:type="dcterms:W3CDTF">2025-05-02T02:02:14Z</dcterms:modified>
  <cp:category/>
</cp:coreProperties>
</file>